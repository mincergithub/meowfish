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3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560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072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10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5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691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62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71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348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260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50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526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0281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269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760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807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994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07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88E61F9-92A1-42F1-A5F8-CD2875DA6D47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7BEB6-B4B7-486D-80E9-4FEE4E59B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3264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FA4C5-A747-2247-3230-5B1374B603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摸鱼小工具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B847AB-3848-2409-8B2A-1868AC4FA6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刘文洹  王清扬</a:t>
            </a:r>
          </a:p>
        </p:txBody>
      </p:sp>
    </p:spTree>
    <p:extLst>
      <p:ext uri="{BB962C8B-B14F-4D97-AF65-F5344CB8AC3E}">
        <p14:creationId xmlns:p14="http://schemas.microsoft.com/office/powerpoint/2010/main" val="262501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873CD5E0-6C04-1C1C-7458-DC4CFAFA8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</a:t>
            </a:r>
            <a:r>
              <a:rPr lang="zh-CN" altLang="en-US" dirty="0"/>
              <a:t>界面</a:t>
            </a:r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41E2C6E9-5117-9EC5-566E-506163792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38" y="2052638"/>
            <a:ext cx="7051700" cy="4195762"/>
          </a:xfrm>
        </p:spPr>
      </p:pic>
    </p:spTree>
    <p:extLst>
      <p:ext uri="{BB962C8B-B14F-4D97-AF65-F5344CB8AC3E}">
        <p14:creationId xmlns:p14="http://schemas.microsoft.com/office/powerpoint/2010/main" val="2009373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20DB45-B581-1E9D-4733-FF9D6C837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Word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0FDF83-6487-576E-FC79-45B2E1E32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097FD2BA-BC38-A9AA-E970-68C2791D44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3077722"/>
            <a:ext cx="4395787" cy="2615493"/>
          </a:xfr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0EB75E8-352A-9F8F-5CF8-68C4495306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冷笑话</a:t>
            </a: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92C15257-0362-3A5A-F306-4AAACCC8210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675" y="3077722"/>
            <a:ext cx="4395788" cy="2615493"/>
          </a:xfrm>
        </p:spPr>
      </p:pic>
    </p:spTree>
    <p:extLst>
      <p:ext uri="{BB962C8B-B14F-4D97-AF65-F5344CB8AC3E}">
        <p14:creationId xmlns:p14="http://schemas.microsoft.com/office/powerpoint/2010/main" val="424892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00FA0-E050-988D-B092-A339B345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PowerPoint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AE5978-2FFB-1A6E-80BC-A99304D94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简单</a:t>
            </a:r>
            <a:r>
              <a:rPr lang="en-US" altLang="zh-CN" dirty="0"/>
              <a:t>/</a:t>
            </a:r>
            <a:r>
              <a:rPr lang="zh-CN" altLang="en-US" dirty="0"/>
              <a:t>中等</a:t>
            </a:r>
            <a:r>
              <a:rPr lang="en-US" altLang="zh-CN" dirty="0"/>
              <a:t>/</a:t>
            </a:r>
            <a:r>
              <a:rPr lang="zh-CN" altLang="en-US" dirty="0"/>
              <a:t>困难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0378F49C-77E6-0264-626F-7B05A1965B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3077722"/>
            <a:ext cx="4395787" cy="2615493"/>
          </a:xfrm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1C36AA-D372-134A-0454-95B67D7B1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挑战</a:t>
            </a: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A5E3E1AD-CF5A-725D-F79D-D0B3C049226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675" y="3077722"/>
            <a:ext cx="4395788" cy="2615493"/>
          </a:xfrm>
        </p:spPr>
      </p:pic>
    </p:spTree>
    <p:extLst>
      <p:ext uri="{BB962C8B-B14F-4D97-AF65-F5344CB8AC3E}">
        <p14:creationId xmlns:p14="http://schemas.microsoft.com/office/powerpoint/2010/main" val="335079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8669F-9B77-B50C-62BD-706C43CC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Visual Studio Code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096765-BCC0-BA5F-57CE-602ECB592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你想错出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F4A28FB-3CED-E446-A0F9-EF1BD69AB0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3077722"/>
            <a:ext cx="4395787" cy="2615493"/>
          </a:xfrm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59C5E7-B0E8-686D-2C1C-A8B54D03D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怎样的人生</a:t>
            </a: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0EEFA74C-21DA-327C-5031-C2C4CB807CD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675" y="3077722"/>
            <a:ext cx="4395788" cy="2615493"/>
          </a:xfrm>
        </p:spPr>
      </p:pic>
    </p:spTree>
    <p:extLst>
      <p:ext uri="{BB962C8B-B14F-4D97-AF65-F5344CB8AC3E}">
        <p14:creationId xmlns:p14="http://schemas.microsoft.com/office/powerpoint/2010/main" val="1969624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CB5462C-3D73-7803-0F1A-A35DFB1E0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Excel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752563D4-1C00-B542-0E17-A3C21E6FB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38" y="2052638"/>
            <a:ext cx="7051700" cy="4195762"/>
          </a:xfrm>
        </p:spPr>
      </p:pic>
    </p:spTree>
    <p:extLst>
      <p:ext uri="{BB962C8B-B14F-4D97-AF65-F5344CB8AC3E}">
        <p14:creationId xmlns:p14="http://schemas.microsoft.com/office/powerpoint/2010/main" val="3376623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F6969-E6E7-F1B4-3BB0-702B24B6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Photoshop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C80B6CE-9668-D343-5A1E-34015F88E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38" y="2052638"/>
            <a:ext cx="7051700" cy="4195762"/>
          </a:xfrm>
        </p:spPr>
      </p:pic>
    </p:spTree>
    <p:extLst>
      <p:ext uri="{BB962C8B-B14F-4D97-AF65-F5344CB8AC3E}">
        <p14:creationId xmlns:p14="http://schemas.microsoft.com/office/powerpoint/2010/main" val="1768826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C4DEC-7F1A-E1C7-D4FF-10473352B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记事本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96EB179-C18C-A0F8-9750-92BF30F17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38" y="2052638"/>
            <a:ext cx="7051700" cy="4195762"/>
          </a:xfrm>
        </p:spPr>
      </p:pic>
    </p:spTree>
    <p:extLst>
      <p:ext uri="{BB962C8B-B14F-4D97-AF65-F5344CB8AC3E}">
        <p14:creationId xmlns:p14="http://schemas.microsoft.com/office/powerpoint/2010/main" val="4276919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FA8F9C3-D67C-4F14-9642-F5DD9ACC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17ED5CD-6EE3-9856-25BF-5C79EE8B1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897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</TotalTime>
  <Words>39</Words>
  <Application>Microsoft Office PowerPoint</Application>
  <PresentationFormat>宽屏</PresentationFormat>
  <Paragraphs>16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离子</vt:lpstr>
      <vt:lpstr>摸鱼小工具</vt:lpstr>
      <vt:lpstr>Home界面</vt:lpstr>
      <vt:lpstr>Word</vt:lpstr>
      <vt:lpstr>PowerPoint</vt:lpstr>
      <vt:lpstr>Visual Studio Code</vt:lpstr>
      <vt:lpstr>Excel </vt:lpstr>
      <vt:lpstr>Photoshop</vt:lpstr>
      <vt:lpstr>记事本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清扬 王</dc:creator>
  <cp:lastModifiedBy>清扬 王</cp:lastModifiedBy>
  <cp:revision>3</cp:revision>
  <dcterms:created xsi:type="dcterms:W3CDTF">2025-05-17T20:19:01Z</dcterms:created>
  <dcterms:modified xsi:type="dcterms:W3CDTF">2025-05-18T04:23:31Z</dcterms:modified>
</cp:coreProperties>
</file>